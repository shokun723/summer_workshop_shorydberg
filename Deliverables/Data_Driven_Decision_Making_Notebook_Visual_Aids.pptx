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96f72aad594742" /><Relationship Type="http://schemas.openxmlformats.org/officeDocument/2006/relationships/extended-properties" Target="/docProps/app.xml" Id="Red04486c6ce847c9" /><Relationship Type="http://schemas.openxmlformats.org/officeDocument/2006/relationships/officeDocument" Target="/ppt/presentation.xml" Id="R294d7818661645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645fe300834eaa"/>
  </p:sldMasterIdLst>
  <p:notesMasterIdLst>
    <p:notesMasterId xmlns:r="http://schemas.openxmlformats.org/officeDocument/2006/relationships" r:id="R098b20abccae4a01"/>
  </p:notesMasterIdLst>
  <p:sldIdLst>
    <p:sldId xmlns:r="http://schemas.openxmlformats.org/officeDocument/2006/relationships" id="256" r:id="R20dfc2e1f0a44ee3"/>
    <p:sldId xmlns:r="http://schemas.openxmlformats.org/officeDocument/2006/relationships" id="257" r:id="Re42b2fee96814090"/>
    <p:sldId xmlns:r="http://schemas.openxmlformats.org/officeDocument/2006/relationships" id="258" r:id="R30c35d6f7f414cb5"/>
    <p:sldId xmlns:r="http://schemas.openxmlformats.org/officeDocument/2006/relationships" id="259" r:id="R7396bd1b26754a99"/>
    <p:sldId xmlns:r="http://schemas.openxmlformats.org/officeDocument/2006/relationships" id="260" r:id="R718cf6d2acb24e15"/>
    <p:sldId xmlns:r="http://schemas.openxmlformats.org/officeDocument/2006/relationships" id="261" r:id="R9dab9e13ad0146a7"/>
    <p:sldId xmlns:r="http://schemas.openxmlformats.org/officeDocument/2006/relationships" id="262" r:id="R34f158996a0348a3"/>
    <p:sldId xmlns:r="http://schemas.openxmlformats.org/officeDocument/2006/relationships" id="263" r:id="R934d4c7bbd7b4154"/>
    <p:sldId xmlns:r="http://schemas.openxmlformats.org/officeDocument/2006/relationships" id="264" r:id="R84f609080d614d24"/>
    <p:sldId xmlns:r="http://schemas.openxmlformats.org/officeDocument/2006/relationships" id="265" r:id="R1b65adc637df4832"/>
    <p:sldId xmlns:r="http://schemas.openxmlformats.org/officeDocument/2006/relationships" id="266" r:id="Rad7e9f79e8b2497b"/>
    <p:sldId xmlns:r="http://schemas.openxmlformats.org/officeDocument/2006/relationships" id="267" r:id="Rb40c93217ab14c0b"/>
    <p:sldId xmlns:r="http://schemas.openxmlformats.org/officeDocument/2006/relationships" id="268" r:id="R4c2253c4a88a4a15"/>
    <p:sldId xmlns:r="http://schemas.openxmlformats.org/officeDocument/2006/relationships" id="269" r:id="R7733d61c77564d7f"/>
    <p:sldId xmlns:r="http://schemas.openxmlformats.org/officeDocument/2006/relationships" id="270" r:id="R8157697b56b943cb"/>
    <p:sldId xmlns:r="http://schemas.openxmlformats.org/officeDocument/2006/relationships" id="271" r:id="R98d6a709d5dc4fa8"/>
    <p:sldId xmlns:r="http://schemas.openxmlformats.org/officeDocument/2006/relationships" id="272" r:id="Rb6db630e4ac74509"/>
    <p:sldId xmlns:r="http://schemas.openxmlformats.org/officeDocument/2006/relationships" id="273" r:id="R43ff84b41da54e9e"/>
    <p:sldId xmlns:r="http://schemas.openxmlformats.org/officeDocument/2006/relationships" id="274" r:id="R2828a0d8fd1f4033"/>
    <p:sldId xmlns:r="http://schemas.openxmlformats.org/officeDocument/2006/relationships" id="275" r:id="R7e8aa4a5de3b4ed3"/>
    <p:sldId xmlns:r="http://schemas.openxmlformats.org/officeDocument/2006/relationships" id="276" r:id="R44c8f0a3c7624eec"/>
    <p:sldId xmlns:r="http://schemas.openxmlformats.org/officeDocument/2006/relationships" id="277" r:id="Ra66b05c25b6e4e28"/>
    <p:sldId xmlns:r="http://schemas.openxmlformats.org/officeDocument/2006/relationships" id="278" r:id="R45e1ed32000f4ff3"/>
    <p:sldId xmlns:r="http://schemas.openxmlformats.org/officeDocument/2006/relationships" id="279" r:id="R8caca50a82f8491f"/>
    <p:sldId xmlns:r="http://schemas.openxmlformats.org/officeDocument/2006/relationships" id="280" r:id="Rc71bcc6859cf4352"/>
    <p:sldId xmlns:r="http://schemas.openxmlformats.org/officeDocument/2006/relationships" id="281" r:id="Rd4eada6d7971435d"/>
    <p:sldId xmlns:r="http://schemas.openxmlformats.org/officeDocument/2006/relationships" id="282" r:id="R4195c16d371a46df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645fe300834eaa" /><Relationship Type="http://schemas.openxmlformats.org/officeDocument/2006/relationships/theme" Target="/ppt/theme/theme1.xml" Id="R73263e2680654d35" /><Relationship Type="http://schemas.openxmlformats.org/officeDocument/2006/relationships/notesMaster" Target="/ppt/notesMasters/notesMaster1.xml" Id="R098b20abccae4a01" /><Relationship Type="http://schemas.openxmlformats.org/officeDocument/2006/relationships/presProps" Target="/ppt/presProps.xml" Id="R0d35b36588c64190" /><Relationship Type="http://schemas.openxmlformats.org/officeDocument/2006/relationships/viewProps" Target="/ppt/viewProps.xml" Id="R5154a6d9e0394622" /><Relationship Type="http://schemas.openxmlformats.org/officeDocument/2006/relationships/tableStyles" Target="/ppt/tableStyles.xml" Id="R14100d2c83da4c66" /><Relationship Type="http://schemas.openxmlformats.org/officeDocument/2006/relationships/slide" Target="/ppt/slides/slide1.xml" Id="R20dfc2e1f0a44ee3" /><Relationship Type="http://schemas.openxmlformats.org/officeDocument/2006/relationships/slide" Target="/ppt/slides/slide2.xml" Id="Re42b2fee96814090" /><Relationship Type="http://schemas.openxmlformats.org/officeDocument/2006/relationships/slide" Target="/ppt/slides/slide3.xml" Id="R30c35d6f7f414cb5" /><Relationship Type="http://schemas.openxmlformats.org/officeDocument/2006/relationships/slide" Target="/ppt/slides/slide4.xml" Id="R7396bd1b26754a99" /><Relationship Type="http://schemas.openxmlformats.org/officeDocument/2006/relationships/slide" Target="/ppt/slides/slide5.xml" Id="R718cf6d2acb24e15" /><Relationship Type="http://schemas.openxmlformats.org/officeDocument/2006/relationships/slide" Target="/ppt/slides/slide6.xml" Id="R9dab9e13ad0146a7" /><Relationship Type="http://schemas.openxmlformats.org/officeDocument/2006/relationships/slide" Target="/ppt/slides/slide7.xml" Id="R34f158996a0348a3" /><Relationship Type="http://schemas.openxmlformats.org/officeDocument/2006/relationships/slide" Target="/ppt/slides/slide8.xml" Id="R934d4c7bbd7b4154" /><Relationship Type="http://schemas.openxmlformats.org/officeDocument/2006/relationships/slide" Target="/ppt/slides/slide9.xml" Id="R84f609080d614d24" /><Relationship Type="http://schemas.openxmlformats.org/officeDocument/2006/relationships/slide" Target="/ppt/slides/slide10.xml" Id="R1b65adc637df4832" /><Relationship Type="http://schemas.openxmlformats.org/officeDocument/2006/relationships/slide" Target="/ppt/slides/slide11.xml" Id="Rad7e9f79e8b2497b" /><Relationship Type="http://schemas.openxmlformats.org/officeDocument/2006/relationships/slide" Target="/ppt/slides/slide12.xml" Id="Rb40c93217ab14c0b" /><Relationship Type="http://schemas.openxmlformats.org/officeDocument/2006/relationships/slide" Target="/ppt/slides/slide13.xml" Id="R4c2253c4a88a4a15" /><Relationship Type="http://schemas.openxmlformats.org/officeDocument/2006/relationships/slide" Target="/ppt/slides/slide14.xml" Id="R7733d61c77564d7f" /><Relationship Type="http://schemas.openxmlformats.org/officeDocument/2006/relationships/slide" Target="/ppt/slides/slide15.xml" Id="R8157697b56b943cb" /><Relationship Type="http://schemas.openxmlformats.org/officeDocument/2006/relationships/slide" Target="/ppt/slides/slide16.xml" Id="R98d6a709d5dc4fa8" /><Relationship Type="http://schemas.openxmlformats.org/officeDocument/2006/relationships/slide" Target="/ppt/slides/slide17.xml" Id="Rb6db630e4ac74509" /><Relationship Type="http://schemas.openxmlformats.org/officeDocument/2006/relationships/slide" Target="/ppt/slides/slide18.xml" Id="R43ff84b41da54e9e" /><Relationship Type="http://schemas.openxmlformats.org/officeDocument/2006/relationships/slide" Target="/ppt/slides/slide19.xml" Id="R2828a0d8fd1f4033" /><Relationship Type="http://schemas.openxmlformats.org/officeDocument/2006/relationships/slide" Target="/ppt/slides/slide20.xml" Id="R7e8aa4a5de3b4ed3" /><Relationship Type="http://schemas.openxmlformats.org/officeDocument/2006/relationships/slide" Target="/ppt/slides/slide21.xml" Id="R44c8f0a3c7624eec" /><Relationship Type="http://schemas.openxmlformats.org/officeDocument/2006/relationships/slide" Target="/ppt/slides/slide22.xml" Id="Ra66b05c25b6e4e28" /><Relationship Type="http://schemas.openxmlformats.org/officeDocument/2006/relationships/slide" Target="/ppt/slides/slide23.xml" Id="R45e1ed32000f4ff3" /><Relationship Type="http://schemas.openxmlformats.org/officeDocument/2006/relationships/slide" Target="/ppt/slides/slide24.xml" Id="R8caca50a82f8491f" /><Relationship Type="http://schemas.openxmlformats.org/officeDocument/2006/relationships/slide" Target="/ppt/slides/slide25.xml" Id="Rc71bcc6859cf4352" /><Relationship Type="http://schemas.openxmlformats.org/officeDocument/2006/relationships/slide" Target="/ppt/slides/slide26.xml" Id="Rd4eada6d7971435d" /><Relationship Type="http://schemas.openxmlformats.org/officeDocument/2006/relationships/slide" Target="/ppt/slides/slide27.xml" Id="R4195c16d371a46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a2bbd01c08c4b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23945581344ab6" /><Relationship Type="http://schemas.openxmlformats.org/officeDocument/2006/relationships/notesMaster" Target="/ppt/notesMasters/notesMaster1.xml" Id="Rdce370cf487f41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24b8c0025c44bd" /><Relationship Type="http://schemas.openxmlformats.org/officeDocument/2006/relationships/notesMaster" Target="/ppt/notesMasters/notesMaster1.xml" Id="R6f9604feef6d45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3467e807fe4e73" /><Relationship Type="http://schemas.openxmlformats.org/officeDocument/2006/relationships/notesMaster" Target="/ppt/notesMasters/notesMaster1.xml" Id="Rab0f469f250c47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ebf188dcec4af9" /><Relationship Type="http://schemas.openxmlformats.org/officeDocument/2006/relationships/notesMaster" Target="/ppt/notesMasters/notesMaster1.xml" Id="R8a4ed18934e24b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0e02fc39df4699" /><Relationship Type="http://schemas.openxmlformats.org/officeDocument/2006/relationships/notesMaster" Target="/ppt/notesMasters/notesMaster1.xml" Id="R97bfa16d48654f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59926dbc9e41b1" /><Relationship Type="http://schemas.openxmlformats.org/officeDocument/2006/relationships/notesMaster" Target="/ppt/notesMasters/notesMaster1.xml" Id="Rb2bf2b4c643648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a56e416fdc41fd" /><Relationship Type="http://schemas.openxmlformats.org/officeDocument/2006/relationships/notesMaster" Target="/ppt/notesMasters/notesMaster1.xml" Id="R6c87caef247c4e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4d73f543764e11" /><Relationship Type="http://schemas.openxmlformats.org/officeDocument/2006/relationships/notesMaster" Target="/ppt/notesMasters/notesMaster1.xml" Id="R3b39ccb1958849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a1375d428c494a" /><Relationship Type="http://schemas.openxmlformats.org/officeDocument/2006/relationships/notesMaster" Target="/ppt/notesMasters/notesMaster1.xml" Id="R875e73d5c3d44b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ebcfc50f484485" /><Relationship Type="http://schemas.openxmlformats.org/officeDocument/2006/relationships/notesMaster" Target="/ppt/notesMasters/notesMaster1.xml" Id="Red1c384d24fc45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b65279a73b46b4" /><Relationship Type="http://schemas.openxmlformats.org/officeDocument/2006/relationships/notesMaster" Target="/ppt/notesMasters/notesMaster1.xml" Id="Rc2f3fcc25c0b44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42b1a4032143c1" /><Relationship Type="http://schemas.openxmlformats.org/officeDocument/2006/relationships/notesMaster" Target="/ppt/notesMasters/notesMaster1.xml" Id="R49b9de319c694b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d79a7fbc794ad9" /><Relationship Type="http://schemas.openxmlformats.org/officeDocument/2006/relationships/notesMaster" Target="/ppt/notesMasters/notesMaster1.xml" Id="Rfd470481901444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973db6a2484403" /><Relationship Type="http://schemas.openxmlformats.org/officeDocument/2006/relationships/notesMaster" Target="/ppt/notesMasters/notesMaster1.xml" Id="R852d6c743da544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920a8f945b64560" /><Relationship Type="http://schemas.openxmlformats.org/officeDocument/2006/relationships/notesMaster" Target="/ppt/notesMasters/notesMaster1.xml" Id="R6f7e629bc5bf483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3b02c1c228a4dca" /><Relationship Type="http://schemas.openxmlformats.org/officeDocument/2006/relationships/notesMaster" Target="/ppt/notesMasters/notesMaster1.xml" Id="Re517997f1d794c6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2c050ecd964dd4" /><Relationship Type="http://schemas.openxmlformats.org/officeDocument/2006/relationships/notesMaster" Target="/ppt/notesMasters/notesMaster1.xml" Id="Rda495d8977e141e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797c6227faf4937" /><Relationship Type="http://schemas.openxmlformats.org/officeDocument/2006/relationships/notesMaster" Target="/ppt/notesMasters/notesMaster1.xml" Id="R40d27c11a21a46c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449ccfa328143f2" /><Relationship Type="http://schemas.openxmlformats.org/officeDocument/2006/relationships/notesMaster" Target="/ppt/notesMasters/notesMaster1.xml" Id="R53ce6c4bc959402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1972e12541b4cf4" /><Relationship Type="http://schemas.openxmlformats.org/officeDocument/2006/relationships/notesMaster" Target="/ppt/notesMasters/notesMaster1.xml" Id="R36c38688f75948f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ec59eadf2084686" /><Relationship Type="http://schemas.openxmlformats.org/officeDocument/2006/relationships/notesMaster" Target="/ppt/notesMasters/notesMaster1.xml" Id="R148885f24b494c7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51fc488630c412d" /><Relationship Type="http://schemas.openxmlformats.org/officeDocument/2006/relationships/notesMaster" Target="/ppt/notesMasters/notesMaster1.xml" Id="Rdcd5ba0f05fb4b2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f1b129c728441be" /><Relationship Type="http://schemas.openxmlformats.org/officeDocument/2006/relationships/notesMaster" Target="/ppt/notesMasters/notesMaster1.xml" Id="R2be063aa4ab5448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78b260d3c7646ce" /><Relationship Type="http://schemas.openxmlformats.org/officeDocument/2006/relationships/notesMaster" Target="/ppt/notesMasters/notesMaster1.xml" Id="R5b8bf53de6604c1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6a804cbd9364d01" /><Relationship Type="http://schemas.openxmlformats.org/officeDocument/2006/relationships/notesMaster" Target="/ppt/notesMasters/notesMaster1.xml" Id="R7cd4596b234e41d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c1a599919614272" /><Relationship Type="http://schemas.openxmlformats.org/officeDocument/2006/relationships/notesMaster" Target="/ppt/notesMasters/notesMaster1.xml" Id="R7f2181cda8954e2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f7de761541e4f56" /><Relationship Type="http://schemas.openxmlformats.org/officeDocument/2006/relationships/notesMaster" Target="/ppt/notesMasters/notesMaster1.xml" Id="R7eec7a8357154a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12e4cb83c8491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e0a3398d0b249be" /><Relationship Type="http://schemas.openxmlformats.org/officeDocument/2006/relationships/slideLayout" Target="/ppt/slideLayouts/slideLayout2.xml" Id="Rcafabb5bfefb4e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fabb5bfefb4e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f9f9438c1649b8" /><Relationship Type="http://schemas.openxmlformats.org/officeDocument/2006/relationships/image" Target="/ppt/media/image.png" Id="R2560a150db404837" /><Relationship Type="http://schemas.openxmlformats.org/officeDocument/2006/relationships/notesSlide" Target="/ppt/notesSlides/notesSlide1.xml" Id="R96565fa526f14c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c52be5cfd5473d" /><Relationship Type="http://schemas.openxmlformats.org/officeDocument/2006/relationships/image" Target="/ppt/media/image2.png" Id="R166f767bba8a4a99" /><Relationship Type="http://schemas.openxmlformats.org/officeDocument/2006/relationships/notesSlide" Target="/ppt/notesSlides/notesSlide2.xml" Id="R14b4e1652b8944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66f072f2a14bcb" /><Relationship Type="http://schemas.openxmlformats.org/officeDocument/2006/relationships/image" Target="/ppt/media/image3.png" Id="R2fdd370a87af48f1" /><Relationship Type="http://schemas.openxmlformats.org/officeDocument/2006/relationships/notesSlide" Target="/ppt/notesSlides/notesSlide3.xml" Id="R64ce03cc408642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26a63b195649a2" /><Relationship Type="http://schemas.openxmlformats.org/officeDocument/2006/relationships/image" Target="/ppt/media/image4.png" Id="R5c0301c6854d4f8f" /><Relationship Type="http://schemas.openxmlformats.org/officeDocument/2006/relationships/notesSlide" Target="/ppt/notesSlides/notesSlide4.xml" Id="R89ca6cb761874b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b932c8161a4212" /><Relationship Type="http://schemas.openxmlformats.org/officeDocument/2006/relationships/image" Target="/ppt/media/image5.png" Id="Ref1f09bb7d1f4abf" /><Relationship Type="http://schemas.openxmlformats.org/officeDocument/2006/relationships/notesSlide" Target="/ppt/notesSlides/notesSlide5.xml" Id="R2ed7c721a7404d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fa0cac8a0e40e4" /><Relationship Type="http://schemas.openxmlformats.org/officeDocument/2006/relationships/image" Target="/ppt/media/image6.png" Id="R14ab18c232364f5c" /><Relationship Type="http://schemas.openxmlformats.org/officeDocument/2006/relationships/notesSlide" Target="/ppt/notesSlides/notesSlide6.xml" Id="Re5b554e5453145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aa732a3dab4a94" /><Relationship Type="http://schemas.openxmlformats.org/officeDocument/2006/relationships/image" Target="/ppt/media/image7.png" Id="R267b1a128464454a" /><Relationship Type="http://schemas.openxmlformats.org/officeDocument/2006/relationships/notesSlide" Target="/ppt/notesSlides/notesSlide7.xml" Id="R39a2b7f4c3794d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e6e8b1c97f4965" /><Relationship Type="http://schemas.openxmlformats.org/officeDocument/2006/relationships/image" Target="/ppt/media/image8.png" Id="Rbafd21f6501b4b55" /><Relationship Type="http://schemas.openxmlformats.org/officeDocument/2006/relationships/notesSlide" Target="/ppt/notesSlides/notesSlide8.xml" Id="Rd2d0051718fe4d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3d3de5edf04eaa" /><Relationship Type="http://schemas.openxmlformats.org/officeDocument/2006/relationships/image" Target="/ppt/media/image9.png" Id="Rf02da3bb79be491c" /><Relationship Type="http://schemas.openxmlformats.org/officeDocument/2006/relationships/notesSlide" Target="/ppt/notesSlides/notesSlide9.xml" Id="Re57b11de77804a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57a6a9fa144c6f" /><Relationship Type="http://schemas.openxmlformats.org/officeDocument/2006/relationships/image" Target="/ppt/media/image10.png" Id="Rfda3496d7c214a5e" /><Relationship Type="http://schemas.openxmlformats.org/officeDocument/2006/relationships/notesSlide" Target="/ppt/notesSlides/notesSlide10.xml" Id="R301f36b297874f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b9fd4207bd4667" /><Relationship Type="http://schemas.openxmlformats.org/officeDocument/2006/relationships/image" Target="/ppt/media/image11.png" Id="Rd000943b61ea4fbd" /><Relationship Type="http://schemas.openxmlformats.org/officeDocument/2006/relationships/notesSlide" Target="/ppt/notesSlides/notesSlide11.xml" Id="Rcc22e0286a0049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252926faf04d2e" /><Relationship Type="http://schemas.openxmlformats.org/officeDocument/2006/relationships/image" Target="/ppt/media/image12.png" Id="R022419b908bc49e2" /><Relationship Type="http://schemas.openxmlformats.org/officeDocument/2006/relationships/notesSlide" Target="/ppt/notesSlides/notesSlide12.xml" Id="R4d6ade7f6ecf4e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96c92db1ba41c7" /><Relationship Type="http://schemas.openxmlformats.org/officeDocument/2006/relationships/image" Target="/ppt/media/image13.png" Id="Rb497e5acc08242b0" /><Relationship Type="http://schemas.openxmlformats.org/officeDocument/2006/relationships/notesSlide" Target="/ppt/notesSlides/notesSlide13.xml" Id="Ra6d83a3866a64b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5718c3f08b43d0" /><Relationship Type="http://schemas.openxmlformats.org/officeDocument/2006/relationships/image" Target="/ppt/media/image14.png" Id="R290e0bc4e16c4de1" /><Relationship Type="http://schemas.openxmlformats.org/officeDocument/2006/relationships/notesSlide" Target="/ppt/notesSlides/notesSlide14.xml" Id="Rc44ca66ab299497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7c114ecae8435a" /><Relationship Type="http://schemas.openxmlformats.org/officeDocument/2006/relationships/image" Target="/ppt/media/image15.png" Id="R005377b45d3b4a82" /><Relationship Type="http://schemas.openxmlformats.org/officeDocument/2006/relationships/notesSlide" Target="/ppt/notesSlides/notesSlide15.xml" Id="Rcba7cfdfb4454a4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823b16323a4729" /><Relationship Type="http://schemas.openxmlformats.org/officeDocument/2006/relationships/image" Target="/ppt/media/image16.png" Id="Ref3ebfed924c4c93" /><Relationship Type="http://schemas.openxmlformats.org/officeDocument/2006/relationships/notesSlide" Target="/ppt/notesSlides/notesSlide16.xml" Id="Rfe5dd7bbdd1d460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49e9b2a26c445a" /><Relationship Type="http://schemas.openxmlformats.org/officeDocument/2006/relationships/image" Target="/ppt/media/image17.png" Id="R2fe2c8449b7b44db" /><Relationship Type="http://schemas.openxmlformats.org/officeDocument/2006/relationships/notesSlide" Target="/ppt/notesSlides/notesSlide17.xml" Id="R15107518ba5f433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7eaf42b8dc46e1" /><Relationship Type="http://schemas.openxmlformats.org/officeDocument/2006/relationships/image" Target="/ppt/media/image18.png" Id="R9d070efae5fa4f46" /><Relationship Type="http://schemas.openxmlformats.org/officeDocument/2006/relationships/notesSlide" Target="/ppt/notesSlides/notesSlide18.xml" Id="Rf9e303dc6e42470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b569512fc846dd" /><Relationship Type="http://schemas.openxmlformats.org/officeDocument/2006/relationships/image" Target="/ppt/media/image19.png" Id="R1ee1fe9ae0a84935" /><Relationship Type="http://schemas.openxmlformats.org/officeDocument/2006/relationships/notesSlide" Target="/ppt/notesSlides/notesSlide19.xml" Id="Rfbe8009f1833468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5aecfdcc7d4e19" /><Relationship Type="http://schemas.openxmlformats.org/officeDocument/2006/relationships/image" Target="/ppt/media/image20.png" Id="R62d5e5b851774a9e" /><Relationship Type="http://schemas.openxmlformats.org/officeDocument/2006/relationships/notesSlide" Target="/ppt/notesSlides/notesSlide20.xml" Id="R16ba64c586e847c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41fe4a33694d2f" /><Relationship Type="http://schemas.openxmlformats.org/officeDocument/2006/relationships/image" Target="/ppt/media/image21.png" Id="R1a2ed95f64c349a9" /><Relationship Type="http://schemas.openxmlformats.org/officeDocument/2006/relationships/notesSlide" Target="/ppt/notesSlides/notesSlide21.xml" Id="R204ec3589c16435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fe5abfbda34150" /><Relationship Type="http://schemas.openxmlformats.org/officeDocument/2006/relationships/image" Target="/ppt/media/image22.png" Id="Rdbe020f3f80e4318" /><Relationship Type="http://schemas.openxmlformats.org/officeDocument/2006/relationships/notesSlide" Target="/ppt/notesSlides/notesSlide22.xml" Id="Rabc917be78634de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ec88ccd2774c22" /><Relationship Type="http://schemas.openxmlformats.org/officeDocument/2006/relationships/image" Target="/ppt/media/image23.png" Id="R2719f8bbacac4cd0" /><Relationship Type="http://schemas.openxmlformats.org/officeDocument/2006/relationships/notesSlide" Target="/ppt/notesSlides/notesSlide23.xml" Id="Rf257a0d279bb4a3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da02fb388c401e" /><Relationship Type="http://schemas.openxmlformats.org/officeDocument/2006/relationships/image" Target="/ppt/media/image24.png" Id="R4f7ede1976424cc1" /><Relationship Type="http://schemas.openxmlformats.org/officeDocument/2006/relationships/notesSlide" Target="/ppt/notesSlides/notesSlide24.xml" Id="Ra0b774798d57441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df31e980c44755" /><Relationship Type="http://schemas.openxmlformats.org/officeDocument/2006/relationships/image" Target="/ppt/media/image25.png" Id="Rcee2acd0bf5b42d2" /><Relationship Type="http://schemas.openxmlformats.org/officeDocument/2006/relationships/notesSlide" Target="/ppt/notesSlides/notesSlide25.xml" Id="R4e3235f9a9e9439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1b59b25cdc46de" /><Relationship Type="http://schemas.openxmlformats.org/officeDocument/2006/relationships/image" Target="/ppt/media/image26.png" Id="Rb06473f9c7884bda" /><Relationship Type="http://schemas.openxmlformats.org/officeDocument/2006/relationships/notesSlide" Target="/ppt/notesSlides/notesSlide26.xml" Id="R089b451b756e42e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91583981524973" /><Relationship Type="http://schemas.openxmlformats.org/officeDocument/2006/relationships/image" Target="/ppt/media/image27.png" Id="Re5b250c7fd294b81" /><Relationship Type="http://schemas.openxmlformats.org/officeDocument/2006/relationships/notesSlide" Target="/ppt/notesSlides/notesSlide27.xml" Id="R558c39bb8504412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60a150db4048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4706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0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f767bba8a4a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4552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0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d370a87af48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8441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0301c6854d4f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5556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0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f09bb7d1f4a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378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b18c232364f5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6480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b1a12846445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6565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d21f6501b4b5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452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da3bb79be491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5845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3496d7c214a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39021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0943b61ea4fb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75331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419b908bc49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08710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7e5acc08242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40819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e0bc4e16c4d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26703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377b45d3b4a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22987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ebfed924c4c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7941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2c8449b7b44d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67470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70efae5fa4f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6114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1fe9ae0a849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2309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5e5b851774a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27133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ed95f64c349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31656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020f3f80e431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86587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9f8bbacac4c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04962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7ede1976424c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39205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2acd0bf5b42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61909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473f9c7884b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702339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notebook-visual-aid-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250c7fd294b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8746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2026-05-02T19:07:44.0300000Z</dcterms:created>
  <dcterms:modified xsi:type="dcterms:W3CDTF">2026-05-02T19:07:44.0300000Z</dcterms:modified>
</coreProperties>
</file>